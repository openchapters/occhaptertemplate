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 to this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each step in detail.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Finite Element Methods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Jane Smith</a:t>
            </a:r>
          </a:p>
          <a:p>
            <a:r>
              <a:t>Carnegie Mellon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chapter introduces the finite element method (FEM).</a:t>
            </a:r>
          </a:p>
          <a:p>
            <a:r>
              <a:t>FEM is widely used in engineering.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Discretize the domain</a:t>
            </a:r>
          </a:p>
          <a:p>
            <a:r>
              <a:t>Assemble the stiffness matrix</a:t>
            </a:r>
          </a:p>
          <a:p>
            <a:r>
              <a:t>Solve the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Results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3716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609600">
                <a:tc>
                  <a:txBody>
                    <a:bodyPr/>
                    <a:lstStyle/>
                    <a:p>
                      <a:r>
                        <a:t>Property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Symbol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Units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Force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Mass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Figures</a:t>
            </a:r>
          </a:p>
        </p:txBody>
      </p:sp>
      <p:pic>
        <p:nvPicPr>
          <p:cNvPr id="4" name="Picture 3" descr="test_pptx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FEM approach works well.</a:t>
            </a:r>
          </a:p>
          <a:p>
            <a:r>
              <a:rPr b="1"/>
              <a:t>Bold conclusion</a:t>
            </a:r>
          </a:p>
          <a:p>
            <a:r>
              <a:rPr i="1"/>
              <a:t>Italic note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